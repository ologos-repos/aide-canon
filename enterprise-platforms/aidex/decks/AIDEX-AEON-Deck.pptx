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73152" cy="50292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ARCHITECTURE FOR THE AGENTIC ERA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AIDEX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Architecture for Human-Curated,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AI-Enabled Knowledge 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18288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D. Longmire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Northrop Grumman Fellow  ·  Chief Architect, Digital Ecosystems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  ·  ORCID 0009-0009-1383-7698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20095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STRATEGIC CLAIM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transitions are happening at once.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retiring faster than they can be replaced. Mid-career talent recruited across boundaries. Early-career hires entering programs whose context took fifteen years to absorb.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Substrate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33375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available to the individual knowledge worker in 2026 differ in kind, not in degree. Agentic execution, queryable synthesis, orchestrated workflow. The shape of work has changed.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20116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53C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59536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95360" y="33375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Consumer-grade AI does not solve accountability. The defense enterprise that builds substrate without enforced human accountability has deployed a system the institution cannot govern.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943600"/>
            <a:ext cx="11094415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enterprise that deploys deliberately </a:t>
            </a:r>
            <a:pPr indent="0" marL="0">
              <a:buNone/>
            </a:pPr>
            <a:r>
              <a:rPr lang="en-US" sz="1700" b="1" i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gets the strategic position.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COORDINATED PICTURE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terms that work together.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10058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Enterprise Orchestration Nexus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1828800"/>
            <a:ext cx="8625535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011680"/>
            <a:ext cx="8259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control plane. Identity, authority, policy, evidence, integration, capability composition.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2377440" cy="10058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AIDEX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538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Digital Experience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971800"/>
            <a:ext cx="8625535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154680"/>
            <a:ext cx="8259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Worker-facing subdomain within AEON. The substrate on which the knowledge worker operates.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2377440" cy="100584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51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HCAE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4681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Human-Curated, AI-Enabled practice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4114800"/>
            <a:ext cx="8625535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4297680"/>
            <a:ext cx="8259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AIDEX expresses. Practitioner curates AI-enabled output, remains the locus of judgment and accountability.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2377440" cy="1005840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94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Practitioner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5824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knowledge worker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17520" y="5257800"/>
            <a:ext cx="8625535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5440680"/>
            <a:ext cx="8259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protagonist. HCAE practitioner operating on AIDEX under AEON orchestration.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AEON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peer subdomains under one control plane.</a:t>
            </a:r>
            <a:endParaRPr lang="en-US" sz="2800" dirty="0"/>
          </a:p>
        </p:txBody>
      </p:sp>
      <p:pic>
        <p:nvPicPr>
          <p:cNvPr id="4" name="Image 0" descr="/home/claude/aeon_view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568" y="1554480"/>
            <a:ext cx="11338560" cy="46866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is one peer subdomain among nine. AEON orchestrates capability composition across all of them.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HCAE is the discipline. The order matters.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852160" cy="4389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C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Human-curated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first.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Curation is the act that anchors accountability.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AI-enabled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second.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Enablement is the function of the substrate.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9144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7492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practitioner is the principal. The substrate is the instrument. Reversing the order produces a different framework.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Risk-tiered curation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discipline applied at the right level for the consequence of the action.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2926080"/>
            <a:ext cx="91440" cy="914400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0372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High-consequence actions. Explicit confirmation captured on each.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3977640"/>
            <a:ext cx="91440" cy="91440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4343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Medium-consequence. Worker confirms grouped actions at end of unit of 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5029200"/>
            <a:ext cx="91440" cy="9144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AUDIT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5394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Low-consequence routine. Audit sampling at the evidence plane.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SUBDOMAIN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AIDEX does for the practitioner.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91440" cy="19202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Role-shaped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substrate is configured for the specific role the practitioner occupies. Architect, engineer, program manager, analyst. Different roles see different capabilities, different defaults, different policies.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828800"/>
            <a:ext cx="91440" cy="19202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Worker-refined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practitioner shapes her own substrate over time. Memory layer is worker-owned. Personalization compounds with tenure.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31920"/>
            <a:ext cx="91440" cy="19202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14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Modality-flexible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voice, ambient, programmatic. The substrate participates across surfaces while preserving identity, authority, and lineage continuity.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931920"/>
            <a:ext cx="91440" cy="19202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114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Curation-disciplined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Propose-and-confirm posture at every consequential action. Captured curation becomes part of the evidence chain AEON aggregates.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217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axes (presentation, persona, role, authority, context, memory, modality, lineage) vary independently. Detail follows.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 MODULARITY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axes vary independently.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88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entity, voice, visual presence. Worker-selectable where appropriate.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788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965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331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register and pattern. Configured by deployment.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788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65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taxonomy that shapes available capabilities.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1828800"/>
            <a:ext cx="2788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1965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0" y="2331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509760" y="2834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AEON-evaluated policy on identity-resolved attributes.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2788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Program, project, and situational scope of the work.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931920"/>
            <a:ext cx="2788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657600" y="49377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Worker-owned personalization. Opt-in, attributed, revocable.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3931920"/>
            <a:ext cx="2788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Modality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583680" y="49377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voice, ambient, programmatic. Identity continuous across.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26880" y="3931920"/>
            <a:ext cx="2788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09760" y="4434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Lineage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9509760" y="49377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contribution to institutional practice over tenure.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CONTROL PLANE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AEON provides. AIDEX consumes.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does not maintain its own user store, policy engine, audit infrastructure, or vendor governance. AEON provides these as enterprise services.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703320" cy="1783080"/>
          </a:xfrm>
          <a:prstGeom prst="rect">
            <a:avLst/>
          </a:prstGeom>
          <a:solidFill>
            <a:srgbClr val="0F1F3D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principal across classification environments. Federation that AIDEX inherits.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703320" cy="1783080"/>
          </a:xfrm>
          <a:prstGeom prst="rect">
            <a:avLst/>
          </a:prstGeom>
          <a:solidFill>
            <a:srgbClr val="0F1F3D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28600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evaluation on identity-resolved attributes at moment of action.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2286000"/>
            <a:ext cx="3703320" cy="1783080"/>
          </a:xfrm>
          <a:prstGeom prst="rect">
            <a:avLst/>
          </a:prstGeom>
          <a:solidFill>
            <a:srgbClr val="0F1F3D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28600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29718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from enterprise scope into subdomain-specific enforcement.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3703320" cy="1783080"/>
          </a:xfrm>
          <a:prstGeom prst="rect">
            <a:avLst/>
          </a:prstGeom>
          <a:solidFill>
            <a:srgbClr val="0F1F3D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0624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89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" y="48920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of subdomain activity into enterprise audit picture.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4206240"/>
            <a:ext cx="3703320" cy="1783080"/>
          </a:xfrm>
          <a:prstGeom prst="rect">
            <a:avLst/>
          </a:prstGeom>
          <a:solidFill>
            <a:srgbClr val="0F1F3D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420624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389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17720" y="48920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Cross-subdomain workflow orchestration. AIDEX agents participate.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4206240"/>
            <a:ext cx="3703320" cy="1783080"/>
          </a:xfrm>
          <a:prstGeom prst="rect">
            <a:avLst/>
          </a:prstGeom>
          <a:solidFill>
            <a:srgbClr val="0F1F3D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420624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4389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458200" y="489204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lifecycle. What can be combined, by whom, for what purpose.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DEPLOYED REFERENCE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Cowork shows the productivity layer is real.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January 2026 (research preview), GA April 2026. The interaction substrate is configurable, not developable. The remaining work concentrates in AEON integration, role packaging, classification topology, and lineage.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77440"/>
            <a:ext cx="5486400" cy="45720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COWORK DEMONSTRATES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interaction at scale, deployable today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architecture for role-specific capability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posture sufficient for many contexts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Multi-modality across desktop and ambient surfaces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 that personalizes over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377440"/>
            <a:ext cx="5486400" cy="4572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 ON HCAE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AEON IDAM binding or delegation chain enforcement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not yet a long-arc role-shaped accumulation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lineage layer for attributed institutional contribution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classification deployment story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Vendor-coupled; substrate portability requires architectural 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DEPLOYMENT TOPOLOGY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Multi-backend by design.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conventional cloud-versus-on-prem framing is wrong. The real picture has four topologies mapped to different classification environments. AIDEX supports all four simultaneously.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40280"/>
            <a:ext cx="109728" cy="196596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Cloud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Frontier-class capability. Vendor-hosted. Suitable for non-sensitive enterprise work.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24028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240280"/>
            <a:ext cx="109728" cy="19659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4231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GovCloud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/ FedRAMP HIGH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7960" y="329184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capability within accredited boundaries. The mainstream defense deployment target.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89120"/>
            <a:ext cx="109728" cy="1965960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720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On-Premises Open-Weight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NOFORN / RESTRICTED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Llama-class models inside the boundary. Capability gap acknowledged. Air-gap compatible.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38912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4389120"/>
            <a:ext cx="109728" cy="1965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5720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On-Premises Commercial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3796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544068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models behind enterprise control. Currently rare; trajectory worth tracking.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THE STRATEGIC 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accountability frontier.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1440" cy="22860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8200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i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Consumer-grade AI </a:t>
            </a:r>
            <a:pPr indent="0" marL="0">
              <a:spcAft>
                <a:spcPts val="800"/>
              </a:spcAft>
              <a:buNone/>
            </a:pPr>
            <a:r>
              <a:rPr lang="en-US" sz="2100" i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not had to solve accountability. The consumer market does not require it. The defense enterprise that deploys substrate without enforced human accountability has deployed a system the institution cannot govern.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5257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Consumer-grade alternatives are not building here.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4840" y="4572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34840" y="5257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defense enterprise needs this regardless of AI vendor strategy.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21040" y="4572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53C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21040" y="5257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HCAE-aligned deployment compounds the institutional advantage.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PARTNERSHIP REQUIREMENTS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just an IT program.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 leads. Success depends on partnership across the institution.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7432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677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2194560"/>
            <a:ext cx="8168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Worker-ownership and consent commitments. Employment, IP, and separation processes that operationalize HCAE practitioner rights.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880360"/>
            <a:ext cx="816833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71800"/>
            <a:ext cx="27432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36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Chief Learning Officer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3063240"/>
            <a:ext cx="8168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HCAE practice training. Curation discipline development. Workforce capability building for the agentic substrate.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0" y="3749040"/>
            <a:ext cx="816833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40480"/>
            <a:ext cx="27432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050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Leadership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931920"/>
            <a:ext cx="8168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selection and operational integration. The substrate has to fit how programs actually run.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4617720"/>
            <a:ext cx="816833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709160"/>
            <a:ext cx="27432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737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Security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4800600"/>
            <a:ext cx="8168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AEON control plane integration. Identity federation across classification environments. Cryptographic delegation chains.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5486400"/>
            <a:ext cx="816833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577840"/>
            <a:ext cx="27432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742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5669280"/>
            <a:ext cx="8168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and policy infrastructure for worker contributions, revocation rights, records retention, and accountability allocation.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THE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asking.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ECC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 a pilot.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94415" cy="2286000"/>
          </a:xfrm>
          <a:prstGeom prst="rect">
            <a:avLst/>
          </a:prstGeom>
          <a:solidFill>
            <a:srgbClr val="0F1F3D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7480"/>
            <a:ext cx="109728" cy="22860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20440" y="2834640"/>
            <a:ext cx="8076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well-defined role with clear curation expectations.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552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PROGRAM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0440" y="3255264"/>
            <a:ext cx="8076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 with engaged leadership and tractable systems of record.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6758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TOPOLOGY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3675888"/>
            <a:ext cx="8076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classification environment matches the program.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096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4096512"/>
            <a:ext cx="8076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CLO, Information Security, Legal aligned before deployment.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5171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4517136"/>
            <a:ext cx="8076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defined that can falsify the strategic argument, not just confirm 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3716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6692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workforce transition is happening on its own timeline. The question is whether the enterprise faces it with the framework, the subdomain, and the control plane, or without them.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/ AEON  ·  J. Longmire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AIDEX: An Architecture for Human-Curated, AI-Enabled Knowledge Work</dc:title>
  <dc:subject>PptxGenJS Presentation</dc:subject>
  <dc:creator>James D. Longmire</dc:creator>
  <cp:lastModifiedBy>James D. Longmire</cp:lastModifiedBy>
  <cp:revision>1</cp:revision>
  <dcterms:created xsi:type="dcterms:W3CDTF">2026-05-20T18:09:42Z</dcterms:created>
  <dcterms:modified xsi:type="dcterms:W3CDTF">2026-05-20T18:09:42Z</dcterms:modified>
</cp:coreProperties>
</file>